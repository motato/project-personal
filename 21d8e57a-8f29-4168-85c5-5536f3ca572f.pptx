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</ns0:sldIdLst>
  <ns0:sldSz cx="12192000" cy="6858000" type="screen4x3"/>
  <ns0:notesSz cx="6858000" cy="9144000"/>
  <ns0:embeddedFontLst>
    <ns0:embeddedFont>
      <ns0:font typeface="Inter"/>
      <ns0:bold ns1:id="rIdFont11"/>
      <ns0:regular ns1:id="rIdFont1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Font11" Type="http://schemas.openxmlformats.org/officeDocument/2006/relationships/font" Target="fonts/6c84f440-aeae-4968-802d-b32cf7b02125.fntdata" /><ns0:Relationship Id="rIdFont12" Type="http://schemas.openxmlformats.org/officeDocument/2006/relationships/font" Target="fonts/308f0e4c-8324-496e-b132-04e99329f93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" y="4053780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821358"/>
            <a:ext cx="11049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INTERVIEW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240458"/>
            <a:ext cx="9101137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Inter"/>
              </a:rPr>
              <a:t>Junior Power BI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396680"/>
            <a:ext cx="58102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What to expect during our 30-minute technical discussion.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9750" y="3576637"/>
            <a:ext cx="85725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381000" y="2043112"/>
            <a:ext cx="12954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Inter"/>
              </a:rPr>
              <a:t>The 30-Minute Format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6450" y="32718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52950" y="32718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29450" y="32718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5950" y="32718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3575" y="327183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4886" y="4110037"/>
            <a:ext cx="181272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Introductions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562" y="4433887"/>
            <a:ext cx="2619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Background and team overview.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0075" y="327183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666" y="4110037"/>
            <a:ext cx="134016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Data Prep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8062" y="4433887"/>
            <a:ext cx="2619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Power Query and SQL basics.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6575" y="327183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10m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9160" y="4110037"/>
            <a:ext cx="143017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Core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4562" y="4433887"/>
            <a:ext cx="2619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DAX measures and data modeling.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075" y="327183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8m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0663" y="4110037"/>
            <a:ext cx="138017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Inter"/>
              </a:rPr>
              <a:t>Scenarios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1328" y="4433887"/>
            <a:ext cx="21788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Business logic and Q&amp;A.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8925"/>
            <a:ext cx="3454449" cy="2124075"/>
          </a:xfrm>
          <a:prstGeom prst="roundRect">
            <a:avLst>
              <a:gd name="adj" fmla="val 53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828925"/>
            <a:ext cx="3454449" cy="2124075"/>
          </a:xfrm>
          <a:prstGeom prst="roundRect">
            <a:avLst>
              <a:gd name="adj" fmla="val 53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828925"/>
            <a:ext cx="3454449" cy="2124075"/>
          </a:xfrm>
          <a:prstGeom prst="roundRect">
            <a:avLst>
              <a:gd name="adj" fmla="val 53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9925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49" y="3209925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99" y="3209925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762000"/>
            <a:ext cx="129540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Inter"/>
              </a:rPr>
              <a:t>Discussion Topics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3325"/>
            <a:ext cx="37338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Data 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71950"/>
            <a:ext cx="29400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Handling messy data and establishing initial connections.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49" y="3743325"/>
            <a:ext cx="37338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Architectural Concepts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49" y="4171950"/>
            <a:ext cx="29400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Structuring data models for optimal performance.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899" y="3743325"/>
            <a:ext cx="37338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Business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899" y="4171950"/>
            <a:ext cx="29400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Translating vague requirements into actionable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2322165"/>
            <a:ext cx="5715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1807" y="3084165"/>
            <a:ext cx="7088385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Inter"/>
              </a:rPr>
              <a:t>Questions for 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983235"/>
            <a:ext cx="7143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We leave time at the end to answer your questions about our team, culture, and tech stack.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